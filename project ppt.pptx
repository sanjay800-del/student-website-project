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5611"/>
    <p:restoredTop sz="94610"/>
  </p:normalViewPr>
  <p:slideViewPr>
    <p:cSldViewPr snapToGrid="0" snapToObjects="1">
      <p:cViewPr varScale="1">
        <p:scale>
          <a:sx n="151" d="100"/>
          <a:sy n="151" d="100"/>
        </p:scale>
        <p:origin x="-474" y="-23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-914400"/>
            <a:ext cx="3657600" cy="3657600"/>
          </a:xfrm>
          <a:prstGeom prst="ellipse">
            <a:avLst/>
          </a:prstGeom>
          <a:solidFill>
            <a:srgbClr val="1565C0">
              <a:alpha val="30000"/>
            </a:srgbClr>
          </a:solidFill>
          <a:ln w="12700">
            <a:solidFill>
              <a:srgbClr val="1565C0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0" y="2743200"/>
            <a:ext cx="2286000" cy="2286000"/>
          </a:xfrm>
          <a:prstGeom prst="ellipse">
            <a:avLst/>
          </a:prstGeom>
          <a:solidFill>
            <a:srgbClr val="00BCD4">
              <a:alpha val="25000"/>
            </a:srgbClr>
          </a:solidFill>
          <a:ln w="12700">
            <a:solidFill>
              <a:srgbClr val="00BCD4">
                <a:alpha val="2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64008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MANAGEMENT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11480" y="13258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kern="0" spc="300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411480" y="2057400"/>
            <a:ext cx="3200400" cy="36576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21945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Evaluation Presentation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697480"/>
            <a:ext cx="8321040" cy="2103120"/>
          </a:xfrm>
          <a:prstGeom prst="rect">
            <a:avLst/>
          </a:prstGeom>
          <a:solidFill>
            <a:srgbClr val="1A237E">
              <a:alpha val="50000"/>
            </a:srgbClr>
          </a:solidFill>
          <a:ln w="12700">
            <a:solidFill>
              <a:srgbClr val="00BCD4"/>
            </a:solidFill>
            <a:prstDash val="solid"/>
          </a:ln>
        </p:spPr>
        <p:txBody>
          <a:bodyPr/>
          <a:lstStyle/>
          <a:p>
            <a:r>
              <a:rPr lang="en-US" dirty="0" err="1" smtClean="0"/>
              <a:t>fhhfhhhhhhhhjnol</a:t>
            </a: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594360" y="27889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DETAILS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94360" y="32004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Erukulla Mahanth Arya  |  Roll No: 2303A54028  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94360" y="374904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 Sanjay  |  Roll No: 2303A54012  </a:t>
            </a:r>
            <a:r>
              <a:rPr lang="en-US" sz="12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</a:t>
            </a:r>
          </a:p>
          <a:p>
            <a:pPr marL="0" indent="0">
              <a:buNone/>
            </a:pPr>
            <a:r>
              <a:rPr lang="en-US" sz="12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    </a:t>
            </a:r>
            <a:r>
              <a:rPr lang="en-US" sz="1200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Rounak</a:t>
            </a:r>
            <a:r>
              <a:rPr lang="en-US" sz="12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raj|roll</a:t>
            </a:r>
            <a:r>
              <a:rPr lang="en-US" sz="12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no : 2303a54043|</a:t>
            </a:r>
            <a:r>
              <a:rPr lang="en-US" sz="12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00600" y="32004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800600" y="374904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11480" y="480060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Year: 2024–25   |   Dept. of Computer Science &amp; Engineering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7772400" y="27432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02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280160"/>
            <a:ext cx="4206240" cy="1508760"/>
          </a:xfrm>
          <a:prstGeom prst="rect">
            <a:avLst/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280160"/>
            <a:ext cx="64008" cy="150876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52" y="138988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Project Overview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30352" y="178308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full-stack web application to manage student records, attendance, grades, and academic information efficiently.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937760" y="1280160"/>
            <a:ext cx="4206240" cy="1508760"/>
          </a:xfrm>
          <a:prstGeom prst="rect">
            <a:avLst/>
          </a:prstGeom>
          <a:solidFill>
            <a:srgbClr val="F3E5F5"/>
          </a:solidFill>
          <a:ln w="12700">
            <a:solidFill>
              <a:srgbClr val="7B1FA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937760" y="1280160"/>
            <a:ext cx="64008" cy="1508760"/>
          </a:xfrm>
          <a:prstGeom prst="rect">
            <a:avLst/>
          </a:prstGeom>
          <a:solidFill>
            <a:srgbClr val="7B1FA2"/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02352" y="138988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Problem Statement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102352" y="178308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management of student data leads to errors, inefficiency, and difficulty in retrieval. A digital system solves these challenges.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2971800"/>
            <a:ext cx="4206240" cy="1508760"/>
          </a:xfrm>
          <a:prstGeom prst="rect">
            <a:avLst/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2971800"/>
            <a:ext cx="64008" cy="150876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0352" y="308152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Solution Approach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30352" y="347472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centralized dashboard with CRUD operations, real-time updates, and role-based access built using modern web technologies.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937760" y="2971800"/>
            <a:ext cx="4206240" cy="1508760"/>
          </a:xfrm>
          <a:prstGeom prst="rect">
            <a:avLst/>
          </a:prstGeom>
          <a:solidFill>
            <a:srgbClr val="F3E5F5"/>
          </a:solidFill>
          <a:ln w="12700">
            <a:solidFill>
              <a:srgbClr val="7B1FA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937760" y="2971800"/>
            <a:ext cx="64008" cy="1508760"/>
          </a:xfrm>
          <a:prstGeom prst="rect">
            <a:avLst/>
          </a:prstGeom>
          <a:solidFill>
            <a:srgbClr val="7B1FA2"/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02352" y="308152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Platform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102352" y="347472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Accessible via web browser on any device. Hosted online with live URL for demonstration and use.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65760" y="480060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URL: https://student-mgmt-system-3.preview.emergentagent.com/dashboard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7772400" y="27432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03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234440"/>
            <a:ext cx="4297680" cy="1051560"/>
          </a:xfrm>
          <a:prstGeom prst="rect">
            <a:avLst/>
          </a:prstGeom>
          <a:solidFill>
            <a:srgbClr val="ECEFF1"/>
          </a:solidFill>
          <a:ln w="12700">
            <a:solidFill>
              <a:srgbClr val="CFD8D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417320"/>
            <a:ext cx="594360" cy="59436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4173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88720" y="1344168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a centralized system to store, manage, and retrieve student academic records with ease.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892040" y="1234440"/>
            <a:ext cx="4297680" cy="1051560"/>
          </a:xfrm>
          <a:prstGeom prst="rect">
            <a:avLst/>
          </a:prstGeom>
          <a:solidFill>
            <a:srgbClr val="ECEFF1"/>
          </a:solidFill>
          <a:ln w="12700">
            <a:solidFill>
              <a:srgbClr val="CFD8D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029200" y="1417320"/>
            <a:ext cx="594360" cy="59436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0" y="14173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760720" y="1344168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real-time tracking of student attendance, grades, and performance metrics.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" y="2468880"/>
            <a:ext cx="4297680" cy="1051560"/>
          </a:xfrm>
          <a:prstGeom prst="rect">
            <a:avLst/>
          </a:prstGeom>
          <a:solidFill>
            <a:srgbClr val="ECEFF1"/>
          </a:solidFill>
          <a:ln w="12700">
            <a:solidFill>
              <a:srgbClr val="CFD8D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2651760"/>
            <a:ext cx="594360" cy="59436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6517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188720" y="2578608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role-based access control for Admin, Teachers, and Students.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892040" y="2468880"/>
            <a:ext cx="4297680" cy="1051560"/>
          </a:xfrm>
          <a:prstGeom prst="rect">
            <a:avLst/>
          </a:prstGeom>
          <a:solidFill>
            <a:srgbClr val="ECEFF1"/>
          </a:solidFill>
          <a:ln w="12700">
            <a:solidFill>
              <a:srgbClr val="CFD8D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029200" y="2651760"/>
            <a:ext cx="594360" cy="59436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0" y="26517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760720" y="2578608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 intuitive, responsive dashboard accessible from any web browser.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20040" y="3703320"/>
            <a:ext cx="4297680" cy="1051560"/>
          </a:xfrm>
          <a:prstGeom prst="rect">
            <a:avLst/>
          </a:prstGeom>
          <a:solidFill>
            <a:srgbClr val="ECEFF1"/>
          </a:solidFill>
          <a:ln w="12700">
            <a:solidFill>
              <a:srgbClr val="CFD8D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57200" y="3886200"/>
            <a:ext cx="594360" cy="59436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38862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188720" y="3813048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 effective use of AI tools (prompts) to generate functional full-stack code.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892040" y="3703320"/>
            <a:ext cx="4297680" cy="1051560"/>
          </a:xfrm>
          <a:prstGeom prst="rect">
            <a:avLst/>
          </a:prstGeom>
          <a:solidFill>
            <a:srgbClr val="ECEFF1"/>
          </a:solidFill>
          <a:ln w="12700">
            <a:solidFill>
              <a:srgbClr val="CFD8D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029200" y="3886200"/>
            <a:ext cx="594360" cy="59436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0" y="38862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760720" y="3813048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 data security, scalability, and seamless user experience across the platform.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7772400" y="27432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04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1143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Whom the Project is Done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1600200"/>
            <a:ext cx="3200400" cy="1463040"/>
          </a:xfrm>
          <a:prstGeom prst="rect">
            <a:avLst/>
          </a:prstGeom>
          <a:solidFill>
            <a:srgbClr val="E3F2FD"/>
          </a:solidFill>
          <a:ln w="19050">
            <a:solidFill>
              <a:srgbClr val="1565C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600200"/>
            <a:ext cx="3200400" cy="7315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👨‍💼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914400" y="173736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Admin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11480" y="219456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Manages the entire system. Adds/removes users, configures settings, monitors system health and access logs.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703320" y="1600200"/>
            <a:ext cx="3200400" cy="1463040"/>
          </a:xfrm>
          <a:prstGeom prst="rect">
            <a:avLst/>
          </a:prstGeom>
          <a:solidFill>
            <a:srgbClr val="F3E5F5"/>
          </a:solidFill>
          <a:ln w="19050">
            <a:solidFill>
              <a:srgbClr val="6A1B9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703320" y="1600200"/>
            <a:ext cx="3200400" cy="73152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794760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👩‍🏫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297680" y="173736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Teachers / Faculty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794760" y="219456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Enters grades, marks attendance, views student performance and generates academic reports.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492240" y="1600200"/>
            <a:ext cx="2423160" cy="1463040"/>
          </a:xfrm>
          <a:prstGeom prst="rect">
            <a:avLst/>
          </a:prstGeom>
          <a:solidFill>
            <a:srgbClr val="E0F2F1"/>
          </a:solidFill>
          <a:ln w="19050">
            <a:solidFill>
              <a:srgbClr val="00695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92240" y="1600200"/>
            <a:ext cx="2423160" cy="73152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83680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🎓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7086600" y="173736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583680" y="219456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Views own academic profile, attendance record, grades, timetable, and receives notifications.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20040" y="3200400"/>
            <a:ext cx="3200400" cy="1463040"/>
          </a:xfrm>
          <a:prstGeom prst="rect">
            <a:avLst/>
          </a:prstGeom>
          <a:solidFill>
            <a:srgbClr val="FFF3E0"/>
          </a:solidFill>
          <a:ln w="19050">
            <a:solidFill>
              <a:srgbClr val="E651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0040" y="3200400"/>
            <a:ext cx="3200400" cy="73152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1480" y="3337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👨‍👩‍👦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14400" y="333756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Parents / Guardians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11480" y="379476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Monitors ward's academic progress, attendance, and receives alerts for poor performance.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703320" y="3200400"/>
            <a:ext cx="3200400" cy="1463040"/>
          </a:xfrm>
          <a:prstGeom prst="rect">
            <a:avLst/>
          </a:prstGeom>
          <a:solidFill>
            <a:srgbClr val="ECEFF1"/>
          </a:solidFill>
          <a:ln w="19050">
            <a:solidFill>
              <a:srgbClr val="37474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703320" y="3200400"/>
            <a:ext cx="3200400" cy="73152"/>
          </a:xfrm>
          <a:prstGeom prst="rect">
            <a:avLst/>
          </a:prstGeom>
          <a:solidFill>
            <a:srgbClr val="37474F"/>
          </a:solidFill>
          <a:ln w="12700">
            <a:solidFill>
              <a:srgbClr val="37474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794760" y="3337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🏫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4297680" y="333756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 / Management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3794760" y="379476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Views aggregated analytics, monitors department-level performance, and ensures compliance.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PROGRAMMING LANGUAGES, TOOLS &amp; SOFTWARE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0" y="27432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05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" y="1143000"/>
            <a:ext cx="1691640" cy="411480"/>
          </a:xfrm>
          <a:prstGeom prst="rect">
            <a:avLst/>
          </a:prstGeom>
          <a:solidFill>
            <a:srgbClr val="1976D2"/>
          </a:solidFill>
          <a:ln w="12700">
            <a:solidFill>
              <a:srgbClr val="1976D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114300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28600" y="1554480"/>
            <a:ext cx="1691640" cy="2286000"/>
          </a:xfrm>
          <a:prstGeom prst="rect">
            <a:avLst/>
          </a:prstGeom>
          <a:solidFill>
            <a:srgbClr val="1C2A3A"/>
          </a:solidFill>
          <a:ln w="12700">
            <a:solidFill>
              <a:srgbClr val="1976D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64592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React.js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20040" y="214884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HTML5 / CSS3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20040" y="265176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JavaScript (ES6+)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20040" y="315468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Tailwind CSS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057400" y="1143000"/>
            <a:ext cx="1691640" cy="411480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057400" y="114300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057400" y="1554480"/>
            <a:ext cx="1691640" cy="2286000"/>
          </a:xfrm>
          <a:prstGeom prst="rect">
            <a:avLst/>
          </a:prstGeom>
          <a:solidFill>
            <a:srgbClr val="1C2A3A"/>
          </a:solidFill>
          <a:ln w="12700">
            <a:solidFill>
              <a:srgbClr val="00796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148840" y="164592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Node.js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148840" y="214884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Express.js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148840" y="265176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REST API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148840" y="315468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JWT Authentication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886200" y="1143000"/>
            <a:ext cx="1691640" cy="411480"/>
          </a:xfrm>
          <a:prstGeom prst="rect">
            <a:avLst/>
          </a:prstGeom>
          <a:solidFill>
            <a:srgbClr val="7B1FA2"/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86200" y="114300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886200" y="1554480"/>
            <a:ext cx="1691640" cy="2286000"/>
          </a:xfrm>
          <a:prstGeom prst="rect">
            <a:avLst/>
          </a:prstGeom>
          <a:solidFill>
            <a:srgbClr val="1C2A3A"/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977640" y="164592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MongoDB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977640" y="214884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Mongoose ODM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977640" y="265176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Cloud Atlas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977640" y="315468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JSON Storage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715000" y="1143000"/>
            <a:ext cx="1691640" cy="41148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715000" y="114300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&amp; Dev Tools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715000" y="1554480"/>
            <a:ext cx="1691640" cy="2286000"/>
          </a:xfrm>
          <a:prstGeom prst="rect">
            <a:avLst/>
          </a:prstGeom>
          <a:solidFill>
            <a:srgbClr val="1C2A3A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806440" y="164592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Claude AI (Anthropic)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806440" y="214884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ChatGPT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806440" y="265176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VS Code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806440" y="315468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GitHub Copilot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7315200" y="1143000"/>
            <a:ext cx="1508760" cy="411480"/>
          </a:xfrm>
          <a:prstGeom prst="rect">
            <a:avLst/>
          </a:prstGeom>
          <a:solidFill>
            <a:srgbClr val="37474F"/>
          </a:solidFill>
          <a:ln w="12700">
            <a:solidFill>
              <a:srgbClr val="37474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315200" y="114300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7315200" y="1554480"/>
            <a:ext cx="1508760" cy="2286000"/>
          </a:xfrm>
          <a:prstGeom prst="rect">
            <a:avLst/>
          </a:prstGeom>
          <a:solidFill>
            <a:srgbClr val="1C2A3A"/>
          </a:solidFill>
          <a:ln w="12700">
            <a:solidFill>
              <a:srgbClr val="37474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406640" y="1645920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Emergent Agent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7406640" y="2148840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GitHub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7406640" y="2651760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Vercel / Render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7406640" y="3154680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npm / Node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320040" y="4572000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AI Tool: Claude (Anthropic) — used to generate majority of the application code via prompts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21B2E"/>
          </a:solidFill>
          <a:ln w="12700">
            <a:solidFill>
              <a:srgbClr val="121B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PROMPTS USED TO GENERATE CODE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772400" y="22860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06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252728"/>
            <a:ext cx="502920" cy="502920"/>
          </a:xfrm>
          <a:prstGeom prst="ellipse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2527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914400" y="1143000"/>
            <a:ext cx="7909560" cy="731520"/>
          </a:xfrm>
          <a:prstGeom prst="rect">
            <a:avLst/>
          </a:prstGeom>
          <a:solidFill>
            <a:srgbClr val="121B2E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0" y="1143000"/>
            <a:ext cx="54864" cy="73152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78992" y="11887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0CA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 a full-stack Student Management System with React frontend and Node.js backend. Include student CRUD operations, login authentication, and a dashboard with stats.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74320" y="2167128"/>
            <a:ext cx="502920" cy="502920"/>
          </a:xfrm>
          <a:prstGeom prst="ellipse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21671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914400" y="2057400"/>
            <a:ext cx="7909560" cy="731520"/>
          </a:xfrm>
          <a:prstGeom prst="rect">
            <a:avLst/>
          </a:prstGeom>
          <a:solidFill>
            <a:srgbClr val="121B2E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14400" y="2057400"/>
            <a:ext cx="54864" cy="73152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78992" y="21031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0CA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a student attendance tracking module with a calendar view, where teachers can mark present/absent and the system auto-calculates attendance percentage.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74320" y="3081528"/>
            <a:ext cx="502920" cy="502920"/>
          </a:xfrm>
          <a:prstGeom prst="ellipse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30815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914400" y="2971800"/>
            <a:ext cx="7909560" cy="731520"/>
          </a:xfrm>
          <a:prstGeom prst="rect">
            <a:avLst/>
          </a:prstGeom>
          <a:solidFill>
            <a:srgbClr val="121B2E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14400" y="2971800"/>
            <a:ext cx="54864" cy="73152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78992" y="30175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0CA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 a grades management feature where teachers can enter subject-wise marks, the system computes GPA, and students can view their grade report card.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74320" y="3995928"/>
            <a:ext cx="502920" cy="502920"/>
          </a:xfrm>
          <a:prstGeom prst="ellipse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39959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P4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914400" y="3886200"/>
            <a:ext cx="7909560" cy="731520"/>
          </a:xfrm>
          <a:prstGeom prst="rect">
            <a:avLst/>
          </a:prstGeom>
          <a:solidFill>
            <a:srgbClr val="121B2E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14400" y="3886200"/>
            <a:ext cx="54864" cy="73152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78992" y="39319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0CA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Design a responsive admin panel with sidebar navigation, using Tailwind CSS. Include charts showing student performance analytics using recharts library.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365760" y="484632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Additional prompts shown in subsequent slides and submitted as separate document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FLOWCHART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772400" y="22860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07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886200" y="1143000"/>
            <a:ext cx="1371600" cy="45720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86200" y="11430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Opens App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886200" y="1828800"/>
            <a:ext cx="1371600" cy="457200"/>
          </a:xfrm>
          <a:prstGeom prst="roundRect">
            <a:avLst>
              <a:gd name="adj" fmla="val 16000"/>
            </a:avLst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86200" y="18288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Page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429000" y="2514600"/>
            <a:ext cx="2286000" cy="502920"/>
          </a:xfrm>
          <a:prstGeom prst="roundRect">
            <a:avLst>
              <a:gd name="adj" fmla="val 14545"/>
            </a:avLst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29000" y="251460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 Credentials?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035040" y="2514600"/>
            <a:ext cx="1645920" cy="502920"/>
          </a:xfrm>
          <a:prstGeom prst="roundRect">
            <a:avLst>
              <a:gd name="adj" fmla="val 14545"/>
            </a:avLst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035040" y="25146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Message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566160" y="3246120"/>
            <a:ext cx="2011680" cy="457200"/>
          </a:xfrm>
          <a:prstGeom prst="roundRect">
            <a:avLst>
              <a:gd name="adj" fmla="val 16000"/>
            </a:avLst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66160" y="32461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57200" y="4069080"/>
            <a:ext cx="1371600" cy="411480"/>
          </a:xfrm>
          <a:prstGeom prst="roundRect">
            <a:avLst>
              <a:gd name="adj" fmla="val 17778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406908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194560" y="4069080"/>
            <a:ext cx="1371600" cy="411480"/>
          </a:xfrm>
          <a:prstGeom prst="roundRect">
            <a:avLst>
              <a:gd name="adj" fmla="val 17778"/>
            </a:avLst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194560" y="406908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931920" y="4069080"/>
            <a:ext cx="1371600" cy="411480"/>
          </a:xfrm>
          <a:prstGeom prst="roundRect">
            <a:avLst>
              <a:gd name="adj" fmla="val 17778"/>
            </a:avLst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931920" y="406908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669280" y="4069080"/>
            <a:ext cx="1371600" cy="411480"/>
          </a:xfrm>
          <a:prstGeom prst="roundRect">
            <a:avLst>
              <a:gd name="adj" fmla="val 17778"/>
            </a:avLst>
          </a:prstGeom>
          <a:solidFill>
            <a:srgbClr val="37474F"/>
          </a:solidFill>
          <a:ln w="12700">
            <a:solidFill>
              <a:srgbClr val="37474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669280" y="406908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Data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886200" y="4709160"/>
            <a:ext cx="1371600" cy="347472"/>
          </a:xfrm>
          <a:prstGeom prst="ellipse">
            <a:avLst/>
          </a:prstGeom>
          <a:solidFill>
            <a:srgbClr val="546E7A"/>
          </a:solidFill>
          <a:ln w="12700">
            <a:solidFill>
              <a:srgbClr val="546E7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886200" y="470916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Logout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507992" y="1600200"/>
            <a:ext cx="128016" cy="256032"/>
          </a:xfrm>
          <a:prstGeom prst="rect">
            <a:avLst/>
          </a:prstGeom>
          <a:solidFill>
            <a:srgbClr val="90A4AE"/>
          </a:solidFill>
          <a:ln w="12700">
            <a:solidFill>
              <a:srgbClr val="90A4A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07992" y="2286000"/>
            <a:ext cx="128016" cy="246888"/>
          </a:xfrm>
          <a:prstGeom prst="rect">
            <a:avLst/>
          </a:prstGeom>
          <a:solidFill>
            <a:srgbClr val="90A4AE"/>
          </a:solidFill>
          <a:ln w="12700">
            <a:solidFill>
              <a:srgbClr val="90A4A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572000" y="3017520"/>
            <a:ext cx="128016" cy="246888"/>
          </a:xfrm>
          <a:prstGeom prst="rect">
            <a:avLst/>
          </a:prstGeom>
          <a:solidFill>
            <a:srgbClr val="90A4AE"/>
          </a:solidFill>
          <a:ln w="12700">
            <a:solidFill>
              <a:srgbClr val="90A4A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114800" y="2926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486400" y="262432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F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→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2560320" y="370332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FRONT-END VIEW OF THE APPLICATION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772400" y="22860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08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8229600" cy="3749040"/>
          </a:xfrm>
          <a:prstGeom prst="rect">
            <a:avLst/>
          </a:prstGeom>
          <a:solidFill>
            <a:srgbClr val="FFFFFF"/>
          </a:solidFill>
          <a:ln w="19050">
            <a:solidFill>
              <a:srgbClr val="CFD8D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143000"/>
            <a:ext cx="8229600" cy="411480"/>
          </a:xfrm>
          <a:prstGeom prst="rect">
            <a:avLst/>
          </a:prstGeom>
          <a:solidFill>
            <a:srgbClr val="ECEFF1"/>
          </a:solidFill>
          <a:ln w="12700">
            <a:solidFill>
              <a:srgbClr val="CFD8D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261872"/>
            <a:ext cx="155448" cy="155448"/>
          </a:xfrm>
          <a:prstGeom prst="ellipse">
            <a:avLst/>
          </a:prstGeom>
          <a:solidFill>
            <a:srgbClr val="EF5350"/>
          </a:solidFill>
          <a:ln w="12700">
            <a:solidFill>
              <a:srgbClr val="EF535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96112" y="1261872"/>
            <a:ext cx="155448" cy="155448"/>
          </a:xfrm>
          <a:prstGeom prst="ellipse">
            <a:avLst/>
          </a:prstGeom>
          <a:solidFill>
            <a:srgbClr val="FFA726"/>
          </a:solidFill>
          <a:ln w="12700">
            <a:solidFill>
              <a:srgbClr val="FFA72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52144" y="1261872"/>
            <a:ext cx="155448" cy="155448"/>
          </a:xfrm>
          <a:prstGeom prst="ellipse">
            <a:avLst/>
          </a:prstGeom>
          <a:solidFill>
            <a:srgbClr val="66BB6A"/>
          </a:solidFill>
          <a:ln w="12700">
            <a:solidFill>
              <a:srgbClr val="66BB6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463040" y="1207008"/>
            <a:ext cx="594360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FD8D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508760" y="1207008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https://student-mgmt-system-3.preview.emergentagent.com/dashboard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57200" y="1554480"/>
            <a:ext cx="1645920" cy="33375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1554480"/>
            <a:ext cx="1645920" cy="4572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1627632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🏠 Dashboard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48640" y="2130552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 Students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48640" y="2633472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Attendance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48640" y="3136392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Grades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48640" y="3639312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Timetable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48640" y="4142232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Settings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240280" y="1600200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Student Management Dashboard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2240280" y="2011680"/>
            <a:ext cx="1463040" cy="82296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2240280" y="205740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1,248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2240280" y="2450592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B3E5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Students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840480" y="2011680"/>
            <a:ext cx="1463040" cy="82296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3840480" y="205740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1,102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3840480" y="2450592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B3E5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 Today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440680" y="2011680"/>
            <a:ext cx="1463040" cy="82296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5440680" y="205740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3.42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5440680" y="2450592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B3E5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GPA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7040880" y="2011680"/>
            <a:ext cx="1463040" cy="822960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7040880" y="205740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7040880" y="2450592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B3E5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Courses</a:t>
            </a:r>
            <a:endParaRPr lang="en-US" sz="850" dirty="0"/>
          </a:p>
        </p:txBody>
      </p:sp>
      <p:graphicFrame>
        <p:nvGraphicFramePr>
          <p:cNvPr id="3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1579011935"/>
              </p:ext>
            </p:extLst>
          </p:nvPr>
        </p:nvGraphicFramePr>
        <p:xfrm>
          <a:off x="2240280" y="2971800"/>
          <a:ext cx="6309360" cy="1097280"/>
        </p:xfrm>
        <a:graphic>
          <a:graphicData uri="http://schemas.openxmlformats.org/drawingml/2006/table">
            <a:tbl>
              <a:tblPr/>
              <a:tblGrid>
                <a:gridCol w="1261872"/>
                <a:gridCol w="1261872"/>
                <a:gridCol w="1261872"/>
                <a:gridCol w="1261872"/>
                <a:gridCol w="1261872"/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S001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Rahul Sharma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S002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Priya Reddy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S003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Kiran Patel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MECH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5" name="Text 32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placeholder — insert actual application screenshot here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21B2E"/>
          </a:solidFill>
          <a:ln w="12700">
            <a:solidFill>
              <a:srgbClr val="121B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OF PROMPTS GENERATING CODE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772400" y="22860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09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685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Screenshots of AI generating code from prompts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" y="1143000"/>
            <a:ext cx="4160520" cy="1828800"/>
          </a:xfrm>
          <a:prstGeom prst="rect">
            <a:avLst/>
          </a:prstGeom>
          <a:solidFill>
            <a:srgbClr val="121B2E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965960" y="1600200"/>
            <a:ext cx="914400" cy="685800"/>
          </a:xfrm>
          <a:prstGeom prst="roundRect">
            <a:avLst>
              <a:gd name="adj" fmla="val 6667"/>
            </a:avLst>
          </a:prstGeom>
          <a:solidFill>
            <a:srgbClr val="1E3A5F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057400" y="164592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📸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11480" y="2331720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Screenshot Here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11480" y="265176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1: Claude generating React Dashboard code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663440" y="1143000"/>
            <a:ext cx="4160520" cy="1828800"/>
          </a:xfrm>
          <a:prstGeom prst="rect">
            <a:avLst/>
          </a:prstGeom>
          <a:solidFill>
            <a:srgbClr val="121B2E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309360" y="1600200"/>
            <a:ext cx="914400" cy="685800"/>
          </a:xfrm>
          <a:prstGeom prst="roundRect">
            <a:avLst>
              <a:gd name="adj" fmla="val 6667"/>
            </a:avLst>
          </a:prstGeom>
          <a:solidFill>
            <a:srgbClr val="1E3A5F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0" y="164592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📸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754880" y="2331720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Screenshot Here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754880" y="265176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2: AI generating student CRUD API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20040" y="3108960"/>
            <a:ext cx="4160520" cy="1828800"/>
          </a:xfrm>
          <a:prstGeom prst="rect">
            <a:avLst/>
          </a:prstGeom>
          <a:solidFill>
            <a:srgbClr val="121B2E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965960" y="3566160"/>
            <a:ext cx="914400" cy="685800"/>
          </a:xfrm>
          <a:prstGeom prst="roundRect">
            <a:avLst>
              <a:gd name="adj" fmla="val 6667"/>
            </a:avLst>
          </a:prstGeom>
          <a:solidFill>
            <a:srgbClr val="1E3A5F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057400" y="361188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📸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411480" y="4297680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Screenshot Here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11480" y="461772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3: Prompt for attendance module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663440" y="3108960"/>
            <a:ext cx="4160520" cy="1828800"/>
          </a:xfrm>
          <a:prstGeom prst="rect">
            <a:avLst/>
          </a:prstGeom>
          <a:solidFill>
            <a:srgbClr val="121B2E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309360" y="3566160"/>
            <a:ext cx="914400" cy="685800"/>
          </a:xfrm>
          <a:prstGeom prst="roundRect">
            <a:avLst>
              <a:gd name="adj" fmla="val 6667"/>
            </a:avLst>
          </a:prstGeom>
          <a:solidFill>
            <a:srgbClr val="1E3A5F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0" y="361188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📸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4754880" y="4297680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Screenshot Here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754880" y="461772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4: AI generating database schema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65760" y="4919472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placeholder boxes with actual screenshots of AI tool interface showing code generation</a:t>
            </a:r>
            <a:endParaRPr lang="en-US" sz="800" dirty="0"/>
          </a:p>
        </p:txBody>
      </p:sp>
      <p:pic>
        <p:nvPicPr>
          <p:cNvPr id="28" name="Picture 27" descr="Screenshot 2026-04-16 00053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179" y="1143000"/>
            <a:ext cx="3901381" cy="1867921"/>
          </a:xfrm>
          <a:prstGeom prst="rect">
            <a:avLst/>
          </a:prstGeom>
        </p:spPr>
      </p:pic>
      <p:pic>
        <p:nvPicPr>
          <p:cNvPr id="31" name="Picture 30" descr="Screenshot 2026-04-16 00061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440" y="1137815"/>
            <a:ext cx="4189707" cy="1833985"/>
          </a:xfrm>
          <a:prstGeom prst="rect">
            <a:avLst/>
          </a:prstGeom>
        </p:spPr>
      </p:pic>
      <p:pic>
        <p:nvPicPr>
          <p:cNvPr id="32" name="Picture 31" descr="Screenshot 2026-04-16 00120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3146648"/>
            <a:ext cx="3977640" cy="1745392"/>
          </a:xfrm>
          <a:prstGeom prst="rect">
            <a:avLst/>
          </a:prstGeom>
        </p:spPr>
      </p:pic>
      <p:pic>
        <p:nvPicPr>
          <p:cNvPr id="33" name="Picture 32" descr="Screenshot 2026-04-16 001339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38025" y="3146648"/>
            <a:ext cx="4094495" cy="179111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6459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7772400" y="22860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10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11480" y="1188720"/>
            <a:ext cx="4206240" cy="1600200"/>
          </a:xfrm>
          <a:prstGeom prst="rect">
            <a:avLst/>
          </a:prstGeom>
          <a:solidFill>
            <a:srgbClr val="1220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" y="1188720"/>
            <a:ext cx="4206240" cy="34747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18872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Tools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21208" y="1600200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Claude (Anthropic) — claude.ai — AI assistant used for code generation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21208" y="1965960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ChatGPT (OpenAI) — openai.com — Supplementary AI for logic generation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846320" y="1188720"/>
            <a:ext cx="4206240" cy="1600200"/>
          </a:xfrm>
          <a:prstGeom prst="rect">
            <a:avLst/>
          </a:prstGeom>
          <a:solidFill>
            <a:srgbClr val="1220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846320" y="1188720"/>
            <a:ext cx="4206240" cy="34747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83480" y="118872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956048" y="1600200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React.js Documentation — reactjs.org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956048" y="1965960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Node.js &amp; Express.js Docs — nodejs.org / expressjs.com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956048" y="2331720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MongoDB Documentation — mongodb.com/docs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956048" y="2697480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Tailwind CSS — tailwindcss.com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11480" y="2971800"/>
            <a:ext cx="4206240" cy="1600200"/>
          </a:xfrm>
          <a:prstGeom prst="rect">
            <a:avLst/>
          </a:prstGeom>
          <a:solidFill>
            <a:srgbClr val="1220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11480" y="2971800"/>
            <a:ext cx="4206240" cy="34747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297180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21208" y="3383280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Emergent Agent Platform — app.emergent.sh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21208" y="3749040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GitHub — github.com — Version control &amp; code hosting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846320" y="2971800"/>
            <a:ext cx="4206240" cy="1600200"/>
          </a:xfrm>
          <a:prstGeom prst="rect">
            <a:avLst/>
          </a:prstGeom>
          <a:solidFill>
            <a:srgbClr val="1220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846320" y="2971800"/>
            <a:ext cx="4206240" cy="34747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83480" y="297180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Resources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956048" y="3383280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MDN Web Docs — developer.mozilla.org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956048" y="3749040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W3Schools — w3schools.com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956048" y="4114800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freeCodeCamp — freecodecamp.org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11480" y="484632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 |  Student Management System  |  Computer Science &amp; Engineering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842</Words>
  <Application>Microsoft Office PowerPoint</Application>
  <PresentationFormat>On-screen Show (16:9)</PresentationFormat>
  <Paragraphs>191</Paragraphs>
  <Slides>10</Slides>
  <Notes>10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Student Management System</dc:title>
  <dc:subject>PptxGenJS Presentation</dc:subject>
  <dc:creator>PptxGenJS</dc:creator>
  <cp:lastModifiedBy>Student</cp:lastModifiedBy>
  <cp:revision>3</cp:revision>
  <dcterms:created xsi:type="dcterms:W3CDTF">2026-04-14T17:28:46Z</dcterms:created>
  <dcterms:modified xsi:type="dcterms:W3CDTF">2026-04-16T07:17:28Z</dcterms:modified>
</cp:coreProperties>
</file>